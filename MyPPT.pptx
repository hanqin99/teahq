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80054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67270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85189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04987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88025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49010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93303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0700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0813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5691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8108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564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58202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2310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57747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98817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6172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7652FE-E81B-4660-98A8-7CC3D61CAE46}" type="datetimeFigureOut">
              <a:rPr lang="en-MY" smtClean="0"/>
              <a:t>25/12/2019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B13F8E-F291-43B4-8A29-E82EF7F9979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752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hyperlink" Target="https://en.wikipedia.org/wiki/File:'Tambar'_a_Faroese_rowing_boat,_20_ft.JPG" TargetMode="External"/><Relationship Id="rId7" Type="http://schemas.openxmlformats.org/officeDocument/2006/relationships/hyperlink" Target="https://www.thoughtworks.com/travel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hyperlink" Target="https://en.wikinews.org/wiki/England_fans_watch_match_in_cinema" TargetMode="External"/><Relationship Id="rId4" Type="http://schemas.openxmlformats.org/officeDocument/2006/relationships/image" Target="../media/image3.jpg"/><Relationship Id="rId9" Type="http://schemas.openxmlformats.org/officeDocument/2006/relationships/hyperlink" Target="https://pxhere.com/en/photo/755864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77E3-8C19-4D73-A6E0-62AFB9371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913" y="662474"/>
            <a:ext cx="9212083" cy="1124124"/>
          </a:xfrm>
        </p:spPr>
        <p:txBody>
          <a:bodyPr>
            <a:noAutofit/>
            <a:scene3d>
              <a:camera prst="orthographicFront"/>
              <a:lightRig rig="threePt" dir="t">
                <a:rot lat="0" lon="0" rev="21594000"/>
              </a:lightRig>
            </a:scene3d>
            <a:sp3d extrusionH="330200" contourW="19050">
              <a:bevelT w="44450" h="38100"/>
              <a:bevelB w="127000" h="50800"/>
            </a:sp3d>
          </a:bodyPr>
          <a:lstStyle/>
          <a:p>
            <a:pPr algn="l"/>
            <a:r>
              <a:rPr lang="en-US" sz="7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50800" dist="774700" dir="20400000" sx="111000" sy="111000" kx="-1800000" algn="bl" rotWithShape="0">
                    <a:prstClr val="black">
                      <a:alpha val="30000"/>
                    </a:prstClr>
                  </a:outerShdw>
                </a:effectLst>
              </a:rPr>
              <a:t>SELF INTRODUCTION</a:t>
            </a:r>
            <a:endParaRPr lang="en-MY" sz="7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50800" dist="774700" dir="20400000" sx="111000" sy="111000" kx="-1800000" algn="b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2C84E-C0C8-4B43-BB3D-535A6E83E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914" y="1963023"/>
            <a:ext cx="9398694" cy="4894977"/>
          </a:xfrm>
        </p:spPr>
        <p:txBody>
          <a:bodyPr/>
          <a:lstStyle/>
          <a:p>
            <a:pPr algn="l"/>
            <a:r>
              <a:rPr lang="en-US" sz="4800" dirty="0">
                <a:solidFill>
                  <a:srgbClr val="0070C0"/>
                </a:solidFill>
                <a:latin typeface="Bradley Hand ITC" panose="03070402050302030203" pitchFamily="66" charset="0"/>
              </a:rPr>
              <a:t>TEA HAN QIN</a:t>
            </a:r>
          </a:p>
          <a:p>
            <a:pPr algn="l"/>
            <a:r>
              <a:rPr lang="en-US" sz="4800" dirty="0">
                <a:latin typeface="Tempus Sans ITC" panose="04020404030D07020202" pitchFamily="82" charset="0"/>
              </a:rPr>
              <a:t>20</a:t>
            </a:r>
            <a:r>
              <a:rPr lang="en-US" sz="4800" dirty="0">
                <a:latin typeface="Bradley Hand ITC" panose="03070402050302030203" pitchFamily="66" charset="0"/>
              </a:rPr>
              <a:t> years old</a:t>
            </a:r>
          </a:p>
          <a:p>
            <a:pPr algn="l"/>
            <a:r>
              <a:rPr lang="en-US" sz="4800" dirty="0">
                <a:latin typeface="Bradley Hand ITC" panose="03070402050302030203" pitchFamily="66" charset="0"/>
              </a:rPr>
              <a:t>Malaysian</a:t>
            </a:r>
          </a:p>
          <a:p>
            <a:pPr algn="l"/>
            <a:r>
              <a:rPr lang="en-US" sz="4800" dirty="0">
                <a:latin typeface="Bradley Hand ITC" panose="03070402050302030203" pitchFamily="66" charset="0"/>
              </a:rPr>
              <a:t>Computer Science and Technology</a:t>
            </a:r>
          </a:p>
          <a:p>
            <a:pPr algn="l"/>
            <a:r>
              <a:rPr lang="en-US" sz="4800" dirty="0">
                <a:latin typeface="Bradley Hand ITC" panose="03070402050302030203" pitchFamily="66" charset="0"/>
              </a:rPr>
              <a:t>CST</a:t>
            </a:r>
            <a:r>
              <a:rPr lang="en-US" sz="4800" dirty="0">
                <a:latin typeface="Tempus Sans ITC" panose="04020404030D07020202" pitchFamily="82" charset="0"/>
              </a:rPr>
              <a:t>1909544</a:t>
            </a:r>
            <a:endParaRPr lang="en-MY" sz="4800" dirty="0">
              <a:latin typeface="Tempus Sans ITC" panose="04020404030D07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49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2F13-712C-4A87-A903-163F49BDD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863" y="0"/>
            <a:ext cx="10018713" cy="1367406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accent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Monotype Corsiva" panose="03010101010201010101" pitchFamily="66" charset="0"/>
              </a:rPr>
              <a:t>HOBBY</a:t>
            </a:r>
            <a:endParaRPr lang="en-MY" sz="7200" dirty="0">
              <a:solidFill>
                <a:schemeClr val="accent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  <a:latin typeface="Monotype Corsiva" panose="03010101010201010101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CEA82-54B4-4624-9C3A-D6866E44A45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15863" y="1240752"/>
            <a:ext cx="3229762" cy="21882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FCA174-09FD-4FEE-A6F9-B9D393ADF6B4}"/>
              </a:ext>
            </a:extLst>
          </p:cNvPr>
          <p:cNvSpPr txBox="1"/>
          <p:nvPr/>
        </p:nvSpPr>
        <p:spPr>
          <a:xfrm>
            <a:off x="1317072" y="3417016"/>
            <a:ext cx="178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Rowing</a:t>
            </a:r>
            <a:endParaRPr lang="en-MY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35FF81-5CE2-4619-BC54-E4AC5EA85B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828639" y="1240753"/>
            <a:ext cx="3229762" cy="21882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F3C5A9-5CFB-49F8-9C13-B93E61179B97}"/>
              </a:ext>
            </a:extLst>
          </p:cNvPr>
          <p:cNvSpPr txBox="1"/>
          <p:nvPr/>
        </p:nvSpPr>
        <p:spPr>
          <a:xfrm>
            <a:off x="6781989" y="3419735"/>
            <a:ext cx="255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Watching Movie</a:t>
            </a:r>
            <a:endParaRPr lang="en-MY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C19CED7-E7BA-4EA8-B0DA-436A3715174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215863" y="3884319"/>
            <a:ext cx="3229762" cy="218824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142EE9F-3242-49CA-8817-B6244AFFDB55}"/>
              </a:ext>
            </a:extLst>
          </p:cNvPr>
          <p:cNvSpPr txBox="1"/>
          <p:nvPr/>
        </p:nvSpPr>
        <p:spPr>
          <a:xfrm>
            <a:off x="1149120" y="6072567"/>
            <a:ext cx="2483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Travel</a:t>
            </a:r>
            <a:endParaRPr lang="en-MY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852D86-CC8E-482B-9433-B8AF19652894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828639" y="3917426"/>
            <a:ext cx="3232712" cy="215514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B7B85B9-47D9-4590-9FF9-60642F0669F3}"/>
              </a:ext>
            </a:extLst>
          </p:cNvPr>
          <p:cNvSpPr txBox="1"/>
          <p:nvPr/>
        </p:nvSpPr>
        <p:spPr>
          <a:xfrm>
            <a:off x="6828639" y="6016260"/>
            <a:ext cx="255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Extreme Sport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74003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4" grpId="0"/>
      <p:bldP spid="17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6EAD-4ECD-443B-83CD-5FCC81B1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752599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0000"/>
                </a:solidFill>
                <a:latin typeface="Bookman Old Style" panose="02050604050505020204" pitchFamily="18" charset="0"/>
              </a:rPr>
              <a:t>MY WISH</a:t>
            </a:r>
            <a:endParaRPr lang="en-MY" sz="6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95E8B-593B-4A6E-9F47-01950F009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52599"/>
            <a:ext cx="10018713" cy="4038601"/>
          </a:xfrm>
        </p:spPr>
        <p:txBody>
          <a:bodyPr/>
          <a:lstStyle/>
          <a:p>
            <a:r>
              <a:rPr lang="en-US" dirty="0"/>
              <a:t>I hope I can earn more money to carry out my </a:t>
            </a:r>
            <a:r>
              <a:rPr lang="en-US" dirty="0" smtClean="0"/>
              <a:t>hobby.</a:t>
            </a:r>
            <a:endParaRPr lang="en-US" dirty="0"/>
          </a:p>
          <a:p>
            <a:r>
              <a:rPr lang="en-US" dirty="0"/>
              <a:t>I wish I can graduate </a:t>
            </a:r>
            <a:r>
              <a:rPr lang="en-US" dirty="0" smtClean="0"/>
              <a:t>successfully.</a:t>
            </a:r>
            <a:endParaRPr lang="en-US" dirty="0"/>
          </a:p>
          <a:p>
            <a:r>
              <a:rPr lang="en-US" dirty="0"/>
              <a:t>I hope I can make more friend in </a:t>
            </a:r>
            <a:r>
              <a:rPr lang="en-US" dirty="0" smtClean="0"/>
              <a:t>this university.</a:t>
            </a:r>
            <a:endParaRPr lang="en-US" dirty="0"/>
          </a:p>
          <a:p>
            <a:r>
              <a:rPr lang="en-US" dirty="0"/>
              <a:t>I wish I can travel to all beautiful place all over the </a:t>
            </a:r>
            <a:r>
              <a:rPr lang="en-US" dirty="0" smtClean="0"/>
              <a:t>world.</a:t>
            </a:r>
            <a:endParaRPr lang="en-US" dirty="0"/>
          </a:p>
          <a:p>
            <a:r>
              <a:rPr lang="en-US" dirty="0"/>
              <a:t>I hope I can always </a:t>
            </a:r>
            <a:r>
              <a:rPr lang="en-US" dirty="0" smtClean="0"/>
              <a:t>healthy.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3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7B88-FB24-4717-9A3B-B29F027B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4817378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>
              <a:bevelT w="908050" h="469900"/>
              <a:bevelB w="222250"/>
            </a:sp3d>
          </a:bodyPr>
          <a:lstStyle/>
          <a:p>
            <a:r>
              <a:rPr lang="en-US" sz="9600" dirty="0">
                <a:ln w="3175" cmpd="sng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effectLst>
                  <a:outerShdw blurRad="88900" sy="30000" kx="-1800000" algn="bl" rotWithShape="0">
                    <a:prstClr val="black">
                      <a:alpha val="59000"/>
                    </a:prstClr>
                  </a:outerShdw>
                </a:effectLst>
                <a:latin typeface="Lucida Handwriting" panose="03010101010101010101" pitchFamily="66" charset="0"/>
              </a:rPr>
              <a:t>THE END</a:t>
            </a:r>
            <a:endParaRPr lang="en-MY" sz="9600" dirty="0">
              <a:ln w="3175" cmpd="sng">
                <a:solidFill>
                  <a:schemeClr val="accent6">
                    <a:lumMod val="60000"/>
                    <a:lumOff val="40000"/>
                  </a:schemeClr>
                </a:solidFill>
              </a:ln>
              <a:solidFill>
                <a:schemeClr val="bg2">
                  <a:lumMod val="25000"/>
                </a:schemeClr>
              </a:solidFill>
              <a:effectLst>
                <a:outerShdw blurRad="88900" sy="30000" kx="-1800000" algn="bl" rotWithShape="0">
                  <a:prstClr val="black">
                    <a:alpha val="59000"/>
                  </a:prstClr>
                </a:outerShdw>
              </a:effectLst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25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240</TotalTime>
  <Words>77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Bookman Old Style</vt:lpstr>
      <vt:lpstr>Bradley Hand ITC</vt:lpstr>
      <vt:lpstr>Corbel</vt:lpstr>
      <vt:lpstr>Lucida Handwriting</vt:lpstr>
      <vt:lpstr>Monotype Corsiva</vt:lpstr>
      <vt:lpstr>Tempus Sans ITC</vt:lpstr>
      <vt:lpstr>Parallax</vt:lpstr>
      <vt:lpstr>SELF INTRODUCTION</vt:lpstr>
      <vt:lpstr>HOBBY</vt:lpstr>
      <vt:lpstr>MY WISH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MYSELF</dc:title>
  <dc:creator>V530-Computing</dc:creator>
  <cp:lastModifiedBy>User</cp:lastModifiedBy>
  <cp:revision>11</cp:revision>
  <dcterms:created xsi:type="dcterms:W3CDTF">2019-09-27T07:15:19Z</dcterms:created>
  <dcterms:modified xsi:type="dcterms:W3CDTF">2019-12-25T06:33:05Z</dcterms:modified>
</cp:coreProperties>
</file>